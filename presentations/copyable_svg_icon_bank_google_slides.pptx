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347ebf2a849e5" /><Relationship Type="http://schemas.openxmlformats.org/officeDocument/2006/relationships/extended-properties" Target="/docProps/app.xml" Id="Rdd75ca911f594469" /><Relationship Type="http://schemas.openxmlformats.org/officeDocument/2006/relationships/officeDocument" Target="/ppt/presentation.xml" Id="R19c35308d008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4fa0bffb34a61"/>
  </p:sldMasterIdLst>
  <p:notesMasterIdLst>
    <p:notesMasterId xmlns:r="http://schemas.openxmlformats.org/officeDocument/2006/relationships" r:id="Raa8906a36d6849de"/>
  </p:notesMasterIdLst>
  <p:sldIdLst>
    <p:sldId xmlns:r="http://schemas.openxmlformats.org/officeDocument/2006/relationships" id="256" r:id="Re3011ff538e742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4fa0bffb34a61" /><Relationship Type="http://schemas.openxmlformats.org/officeDocument/2006/relationships/theme" Target="/ppt/theme/theme1.xml" Id="R2dca6bb4f1704064" /><Relationship Type="http://schemas.openxmlformats.org/officeDocument/2006/relationships/notesMaster" Target="/ppt/notesMasters/notesMaster1.xml" Id="Raa8906a36d6849de" /><Relationship Type="http://schemas.openxmlformats.org/officeDocument/2006/relationships/presProps" Target="/ppt/presProps.xml" Id="R1d7eedf8377d456d" /><Relationship Type="http://schemas.openxmlformats.org/officeDocument/2006/relationships/viewProps" Target="/ppt/viewProps.xml" Id="R01ff9123ddfe4ba3" /><Relationship Type="http://schemas.openxmlformats.org/officeDocument/2006/relationships/tableStyles" Target="/ppt/tableStyles.xml" Id="R692d577175294182" /><Relationship Type="http://schemas.openxmlformats.org/officeDocument/2006/relationships/slide" Target="/ppt/slides/slide1.xml" Id="Re3011ff538e742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8e23153fbb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7e4703a3fb43a5" /><Relationship Type="http://schemas.openxmlformats.org/officeDocument/2006/relationships/notesMaster" Target="/ppt/notesMasters/notesMaster1.xml" Id="R153e6338b08f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c38ddfffc46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13a1f8729ad4fe3" /><Relationship Type="http://schemas.openxmlformats.org/officeDocument/2006/relationships/slideLayout" Target="/ppt/slideLayouts/slideLayout2.xml" Id="R51149bf44b48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49bf44b48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ce61b1b0146c4" /><Relationship Type="http://schemas.openxmlformats.org/officeDocument/2006/relationships/image" Target="/ppt/media/image.png" Id="Rad47429b426d4b31" /><Relationship Type="http://schemas.openxmlformats.org/officeDocument/2006/relationships/image" Target="/ppt/media/image.svg" Id="R5620cb8168f74be6" /><Relationship Type="http://schemas.openxmlformats.org/officeDocument/2006/relationships/image" Target="/ppt/media/image2.png" Id="R3ea84b2d01f5409f" /><Relationship Type="http://schemas.openxmlformats.org/officeDocument/2006/relationships/image" Target="/ppt/media/image2.svg" Id="Rbe3d67d669594774" /><Relationship Type="http://schemas.openxmlformats.org/officeDocument/2006/relationships/image" Target="/ppt/media/image3.png" Id="R10b57075a1864cd9" /><Relationship Type="http://schemas.openxmlformats.org/officeDocument/2006/relationships/image" Target="/ppt/media/image3.svg" Id="Re29e5dd3ad354d73" /><Relationship Type="http://schemas.openxmlformats.org/officeDocument/2006/relationships/image" Target="/ppt/media/image4.png" Id="R84e14a7c4aea4c71" /><Relationship Type="http://schemas.openxmlformats.org/officeDocument/2006/relationships/image" Target="/ppt/media/image4.svg" Id="Ra3735e6873be4fa0" /><Relationship Type="http://schemas.openxmlformats.org/officeDocument/2006/relationships/image" Target="/ppt/media/image5.png" Id="R3c7504d2aa6b412c" /><Relationship Type="http://schemas.openxmlformats.org/officeDocument/2006/relationships/image" Target="/ppt/media/image5.svg" Id="Rf88aa8ef8aaf4b59" /><Relationship Type="http://schemas.openxmlformats.org/officeDocument/2006/relationships/image" Target="/ppt/media/image6.png" Id="R6c6fb35092d3462a" /><Relationship Type="http://schemas.openxmlformats.org/officeDocument/2006/relationships/image" Target="/ppt/media/image6.svg" Id="Rf03bc18e2de14ba2" /><Relationship Type="http://schemas.openxmlformats.org/officeDocument/2006/relationships/image" Target="/ppt/media/image7.png" Id="R4a6fddb066f14267" /><Relationship Type="http://schemas.openxmlformats.org/officeDocument/2006/relationships/image" Target="/ppt/media/image7.svg" Id="R3992476e833f46ac" /><Relationship Type="http://schemas.openxmlformats.org/officeDocument/2006/relationships/image" Target="/ppt/media/image8.png" Id="Rb8835ceb7b174b70" /><Relationship Type="http://schemas.openxmlformats.org/officeDocument/2006/relationships/image" Target="/ppt/media/image8.svg" Id="Re1f424833876484e" /><Relationship Type="http://schemas.openxmlformats.org/officeDocument/2006/relationships/notesSlide" Target="/ppt/notesSlides/notesSlide1.xml" Id="R09895258cc3c46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CCBEA-4A38-4367-88F0-77CA6CC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AC54D-4198-4C9E-B854-F59BA1C4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1544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E4"/>
          </a:solidFill>
          <a:ln xmlns:a="http://schemas.openxmlformats.org/drawingml/2006/main" w="19050">
            <a:solidFill>
              <a:srgbClr val="24584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339B8-7990-4357-9B56-1BE9258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Copyable Vector Icon Sheet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F46D6-2248-4B48-AFFA-2588F02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Import this PPTX into Google Slides, then copy/paste these large icon objects into your graphical abstract.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1E33F-82D6-4225-89A5-FA04E20D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rPr>
              <a:t>Source: /icons/*.svg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37FE9-CF7F-4C9E-9B66-457FDC5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E14A2-1E7B-4210-858B-B35100E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7429b426d4b31">
            <a:extLst>
              <a:ext uri="{96DAC541-7B7A-43D3-8B79-37D633B846F1}">
                <asvg:svgBlip xmlns:asvg="http://schemas.microsoft.com/office/drawing/2016/SVG/main" r:embed="R5620cb8168f74b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EF899-89FB-4AF0-B806-7CA303D3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52C04-8C5F-4C90-8210-4C47149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01_dataset.svg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9BC2-DCBB-4B2C-A8F5-2054E0D6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6B5A5-A58F-4101-A19A-630450B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84b2d01f5409f">
            <a:extLst>
              <a:ext uri="{96DAC541-7B7A-43D3-8B79-37D633B846F1}">
                <asvg:svgBlip xmlns:asvg="http://schemas.microsoft.com/office/drawing/2016/SVG/main" r:embed="Rbe3d67d6695947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94308-D036-48C0-B00F-2C2005F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Research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12811-861F-440F-9490-15534D0E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02_research_questions.svg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912D4-CE7B-493B-BAD6-CEE7EE1E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8FE1-C619-4A04-B7AD-9954BCAF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57075a1864cd9">
            <a:extLst>
              <a:ext uri="{96DAC541-7B7A-43D3-8B79-37D633B846F1}">
                <asvg:svgBlip xmlns:asvg="http://schemas.microsoft.com/office/drawing/2016/SVG/main" r:embed="Re29e5dd3ad354d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1782F-FCE9-45F2-A91E-94436C96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Preprocessing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7227F-6225-4071-A217-A65498D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03_preprocessing.svg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9102A-186D-4023-9366-E8FB7768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E446C-354E-4D1E-945A-CA8695B9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14a7c4aea4c71">
            <a:extLst>
              <a:ext uri="{96DAC541-7B7A-43D3-8B79-37D633B846F1}">
                <asvg:svgBlip xmlns:asvg="http://schemas.microsoft.com/office/drawing/2016/SVG/main" r:embed="Ra3735e6873be4f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6E9E9-762E-419F-9528-219E796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Feature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D9575-7A1D-4C7D-A032-B8B9EFF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04_feature_engineering.svg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AADB2-097A-4039-8603-0633BCE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32E13-942E-4C9F-B44B-B8BF1040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504d2aa6b412c">
            <a:extLst>
              <a:ext uri="{96DAC541-7B7A-43D3-8B79-37D633B846F1}">
                <asvg:svgBlip xmlns:asvg="http://schemas.microsoft.com/office/drawing/2016/SVG/main" r:embed="Rf88aa8ef8aaf4b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4F69F-4315-4697-811F-034A589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Model training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52FE4-9F62-452E-888D-1FFFB45D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05_model_training.svg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30BBF4-31B6-4C91-9B1B-09B2CA1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E7A6C-8622-4FE8-8DF4-6870F38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fb35092d3462a">
            <a:extLst>
              <a:ext uri="{96DAC541-7B7A-43D3-8B79-37D633B846F1}">
                <asvg:svgBlip xmlns:asvg="http://schemas.microsoft.com/office/drawing/2016/SVG/main" r:embed="Rf03bc18e2de14b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ACA9F-D177-4FC0-BC31-43CC70C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Carbon accounting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8A8B66-F7D9-4329-8885-505E65F1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06_carbon_accounting.svg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666B0-4441-48A6-AE36-274A6D5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A7DEE7-81D5-412A-B36E-998550B0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fddb066f14267">
            <a:extLst>
              <a:ext uri="{96DAC541-7B7A-43D3-8B79-37D633B846F1}">
                <asvg:svgBlip xmlns:asvg="http://schemas.microsoft.com/office/drawing/2016/SVG/main" r:embed="R3992476e833f46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7AE117-B444-4701-B6C7-304E7338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Pareto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C96E3-5AC3-4E9E-A91F-C8F460B4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07_pareto_selection.svg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B194F5-5770-446C-BED2-D5AEA07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A4492C-1E54-432D-9C5C-63A0CAB0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35ceb7b174b70">
            <a:extLst>
              <a:ext uri="{96DAC541-7B7A-43D3-8B79-37D633B846F1}">
                <asvg:svgBlip xmlns:asvg="http://schemas.microsoft.com/office/drawing/2016/SVG/main" r:embed="Re1f42483387648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95E3A5-5C53-48CE-A205-0898FA4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Report assets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759406-2A71-4C13-A66A-7EBED10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08_report_assets.svg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69F548-D96C-4ABF-800E-7BFE5086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Tip: copy the icon object, not a screenshot. If Google Slides rasterizes on import, use the original SVG in PowerPoint or export an oversized PNG only as a fallback.</a:t>
            </a:r>
          </a:p>
        </p:txBody>
      </p:sp>
    </p:spTree>
    <p:extLst>
      <p:ext uri="{BB962C8B-B14F-4D97-AF65-F5344CB8AC3E}">
        <p14:creationId xmlns:p14="http://schemas.microsoft.com/office/powerpoint/2010/main" val="1716079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2026-06-05T10:28:26.7120000Z</dcterms:created>
  <dcterms:modified xsi:type="dcterms:W3CDTF">2026-06-05T10:28:26.7120000Z</dcterms:modified>
</coreProperties>
</file>